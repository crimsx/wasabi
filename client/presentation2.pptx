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  <Relationship Id="rId1" Type="http://schemas.openxmlformats.org/package/2006/relationships/metadata/core-properties" Target="docProps/core.xml"/>
    <Relationship Id="rId2" Type="http://schemas.openxmlformats.org/officeDocument/2006/relationships/extended-properties" Target="docProps/app.xml"/>
    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 type="custom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1pPr>
    <a:lvl2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2pPr>
    <a:lvl3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3pPr>
    <a:lvl4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4pPr>
    <a:lvl5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5pPr>
    <a:lvl6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6pPr>
    <a:lvl7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7pPr>
    <a:lvl8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8pPr>
    <a:lvl9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  {{#authors}}
  <p:cmAuthor id="{{id}}" name="{{name}}" initials="{{initials}}" lastIdx="{{lastIdx}}" clrIdx="{{clrIdx}}"/>
    {{/authors}}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E"/>
          </a:solidFill>
        </a:fill>
      </a:tcStyle>
    </a:wholeTbl>
    <a:band2H>
      <a:tcTxStyle b="def" i="def"/>
      <a:tcStyle>
        <a:tcBdr/>
        <a:fill>
          <a:solidFill>
            <a:srgbClr val="E8EBF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5CD"/>
          </a:solidFill>
        </a:fill>
      </a:tcStyle>
    </a:wholeTbl>
    <a:band2H>
      <a:tcTxStyle b="def" i="def"/>
      <a:tcStyle>
        <a:tcBdr/>
        <a:fill>
          <a:solidFill>
            <a:srgbClr val="E8F2E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3E5"/>
          </a:solidFill>
        </a:fill>
      </a:tcStyle>
    </a:wholeTbl>
    <a:band2H>
      <a:tcTxStyle b="def" i="def"/>
      <a:tcStyle>
        <a:tcBdr/>
        <a:fill>
          <a:solidFill>
            <a:srgbClr val="ECEAF3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
    <Relationship Id="rId1" Type="http://schemas.openxmlformats.org/officeDocument/2006/relationships/presProps" Target="presProps.xml"/>
    <Relationship Id="rId2" Type="http://schemas.openxmlformats.org/officeDocument/2006/relationships/viewProps" Target="viewProps.xml"/>
    <Relationship Id="rId3" Type="http://schemas.openxmlformats.org/officeDocument/2006/relationships/commentAuthors" Target="commentAuthors.xml"/>
    <Relationship Id="rId4" Type="http://schemas.openxmlformats.org/officeDocument/2006/relationships/tableStyles" Target="tableStyles.xml"/>
    <Relationship Id="rId5" Type="http://schemas.openxmlformats.org/officeDocument/2006/relationships/slideMaster" Target="slideMasters/slideMaster1.xml"/>
    <Relationship Id="rId6" Type="http://schemas.openxmlformats.org/officeDocument/2006/relationships/theme" Target="theme/theme1.xml"/>
    <Relationship Id="rId7" Type="http://schemas.openxmlformats.org/officeDocument/2006/relationships/notesMaster" Target="notesMasters/notesMaster1.xml"/>
    <Relationship Id="rId8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
  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19200" y="11986162"/>
            <a:ext cx="21945599" cy="60579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9184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14645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20106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2556740" indent="-372340" algn="ctr" defTabSz="825500">
              <a:lnSpc>
                <a:spcPct val="100000"/>
              </a:lnSpc>
              <a:spcBef>
                <a:spcPts val="0"/>
              </a:spcBef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19200" y="7567579"/>
            <a:ext cx="21945600" cy="225059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4" y="4585101"/>
            <a:ext cx="9757339" cy="2540002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3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Body Level One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Body Level One…"/>
          <p:cNvSpPr txBox="1"/>
          <p:nvPr>
            <p:ph type="body" sz="half" idx="22" hasCustomPrompt="1"/>
          </p:nvPr>
        </p:nvSpPr>
        <p:spPr>
          <a:xfrm>
            <a:off x="1219199" y="4023221"/>
            <a:ext cx="9757571" cy="838468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19200" y="3242269"/>
            <a:ext cx="21945600" cy="6604002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Body Level One…"/>
          <p:cNvSpPr txBox="1"/>
          <p:nvPr>
            <p:ph type="body" sz="quarter" idx="1" hasCustomPrompt="1"/>
          </p:nvPr>
        </p:nvSpPr>
        <p:spPr>
          <a:xfrm>
            <a:off x="1219200" y="2384648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Agenda Subtitle"/>
          <p:cNvSpPr txBox="1"/>
          <p:nvPr>
            <p:ph type="body" sz="quarter" idx="21" hasCustomPrompt="1"/>
          </p:nvPr>
        </p:nvSpPr>
        <p:spPr>
          <a:xfrm>
            <a:off x="1219200" y="2387114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sz="quarter" idx="1" hasCustomPrompt="1"/>
          </p:nvPr>
        </p:nvSpPr>
        <p:spPr>
          <a:xfrm>
            <a:off x="1219200" y="8462239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Fact 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Body Level One…"/>
          <p:cNvSpPr txBox="1"/>
          <p:nvPr>
            <p:ph type="body" sz="half" idx="21" hasCustomPrompt="1"/>
          </p:nvPr>
        </p:nvSpPr>
        <p:spPr>
          <a:xfrm>
            <a:off x="1219200" y="4214483"/>
            <a:ext cx="21945600" cy="4269709"/>
          </a:xfrm>
          <a:prstGeom prst="rect">
            <a:avLst/>
          </a:prstGeom>
        </p:spPr>
        <p:txBody>
          <a:bodyPr anchor="b"/>
          <a:lstStyle/>
          <a:p>
            <a:pPr lvl="4" marL="0" indent="1097280" algn="ctr" defTabSz="975360">
              <a:lnSpc>
                <a:spcPct val="80000"/>
              </a:lnSpc>
              <a:spcBef>
                <a:spcPts val="0"/>
              </a:spcBef>
              <a:buSzTx/>
              <a:buNone/>
              <a:defRPr sz="8960">
                <a:latin typeface="Canela Bold"/>
                <a:ea typeface="Canela Bold"/>
                <a:cs typeface="Canela Bold"/>
                <a:sym typeface="Canela Bold"/>
              </a:defRPr>
            </a:pPr>
            <a:r>
              <a:t>100%
                            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sz="quarter" idx="1" hasCustomPrompt="1"/>
          </p:nvPr>
        </p:nvSpPr>
        <p:spPr>
          <a:xfrm>
            <a:off x="1219200" y="11100052"/>
            <a:ext cx="21945602" cy="832614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6" name="Body Level One…"/>
          <p:cNvSpPr txBox="1"/>
          <p:nvPr>
            <p:ph type="body" sz="half" idx="2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/>
          <a:p>
            <a:pPr lvl="4" marL="0" indent="1700783" algn="ctr" defTabSz="1511808">
              <a:lnSpc>
                <a:spcPct val="80000"/>
              </a:lnSpc>
              <a:spcBef>
                <a:spcPts val="0"/>
              </a:spcBef>
              <a:buSzTx/>
              <a:buNone/>
              <a:defRPr sz="5208">
                <a:latin typeface="Canela Bold"/>
                <a:ea typeface="Canela Bold"/>
                <a:cs typeface="Canela Bold"/>
                <a:sym typeface="Canela Bold"/>
              </a:defRPr>
            </a:pPr>
            <a:r>
              <a:t>“Notable Quote”
                            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ea against sky at sunset 2"/>
          <p:cNvSpPr/>
          <p:nvPr>
            <p:ph type="pic" sz="quarter" idx="21"/>
          </p:nvPr>
        </p:nvSpPr>
        <p:spPr>
          <a:xfrm>
            <a:off x="15744825" y="5581751"/>
            <a:ext cx="7365408" cy="8280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
    <Relationship Id="rId1" Type="http://schemas.openxmlformats.org/officeDocument/2006/relationships/theme" Target="../theme/theme1.xml"/>
    <Relationship Id="rId2" Type="http://schemas.openxmlformats.org/officeDocument/2006/relationships/slideLayout" Target="../slideLayouts/slideLayout1.xml"/>
    <Relationship Id="rId3" Type="http://schemas.openxmlformats.org/officeDocument/2006/relationships/slideLayout" Target="../slideLayouts/slideLayout2.xml"/>
    <Relationship Id="rId4" Type="http://schemas.openxmlformats.org/officeDocument/2006/relationships/slideLayout" Target="../slideLayouts/slideLayout3.xml"/>
    <Relationship Id="rId5" Type="http://schemas.openxmlformats.org/officeDocument/2006/relationships/slideLayout" Target="../slideLayouts/slideLayout4.xml"/>
    <Relationship Id="rId6" Type="http://schemas.openxmlformats.org/officeDocument/2006/relationships/slideLayout" Target="../slideLayouts/slideLayout5.xml"/>
    <Relationship Id="rId7" Type="http://schemas.openxmlformats.org/officeDocument/2006/relationships/slideLayout" Target="../slideLayouts/slideLayout6.xml"/>
    <Relationship Id="rId8" Type="http://schemas.openxmlformats.org/officeDocument/2006/relationships/slideLayout" Target="../slideLayouts/slideLayout7.xml"/>
    <Relationship Id="rId9" Type="http://schemas.openxmlformats.org/officeDocument/2006/relationships/slideLayout" Target="../slideLayouts/slideLayout8.xml"/>
    <Relationship Id="rId10" Type="http://schemas.openxmlformats.org/officeDocument/2006/relationships/slideLayout" Target="../slideLayouts/slideLayout9.xml"/>
    <Relationship Id="rId11" Type="http://schemas.openxmlformats.org/officeDocument/2006/relationships/slideLayout" Target="../slideLayouts/slideLayout10.xml"/>
    <Relationship Id="rId12" Type="http://schemas.openxmlformats.org/officeDocument/2006/relationships/slideLayout" Target="../slideLayouts/slideLayout11.xml"/>
    <Relationship Id="rId13" Type="http://schemas.openxmlformats.org/officeDocument/2006/relationships/slideLayout" Target="../slideLayouts/slideLayout12.xml"/>
    <Relationship Id="rId14" Type="http://schemas.openxmlformats.org/officeDocument/2006/relationships/slideLayout" Target="../slideLayouts/slideLayout13.xml"/>
    <Relationship Id="rId15" Type="http://schemas.openxmlformats.org/officeDocument/2006/relationships/slideLayout" Target="../slideLayouts/slideLayout14.xml"/>
    <Relationship Id="rId1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1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1pPr>
      <a:lvl2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2pPr>
      <a:lvl3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3pPr>
      <a:lvl4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4pPr>
      <a:lvl5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5pPr>
      <a:lvl6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6pPr>
      <a:lvl7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7pPr>
      <a:lvl8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8pPr>
      <a:lvl9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9pPr>
    </p:titleStyle>
    <p:bodyStyle>
      <a:lvl1pPr marL="5461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Office Theme</vt:lpstr>
      <vt:lpstr>Blank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2024-03-04T23:18:22.970191</dcterms:created>
  <dcterms:modified xsi:type="dcterms:W3CDTF">2024-03-04T23:18:22.970191</dcterms:modified>
</cp:coreProperties>
</file>